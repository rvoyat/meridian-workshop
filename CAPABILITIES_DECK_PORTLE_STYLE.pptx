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gradFill rotWithShape="1">
            <a:gsLst>
              <a:gs pos="0">
                <a:srgbClr val="4F81BD"/>
              </a:gs>
              <a:gs pos="100000">
                <a:srgbClr val="9BBB59"/>
              </a:gs>
            </a:gsLst>
            <a:lin scaled="0" ang="16200000"/>
          </a:gra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ACCENTURE CAPABILITIES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9BBB59"/>
                </a:solidFill>
              </a:defRPr>
            </a:pPr>
            <a:r>
              <a:t>Meridian Components</a:t>
            </a:r>
            <a:br/>
            <a:r>
              <a:t>Inventory Management System Modernization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200400"/>
            <a:ext cx="1554480" cy="0"/>
          </a:xfrm>
          <a:prstGeom prst="line">
            <a:avLst/>
          </a:prstGeom>
          <a:ln w="38100">
            <a:solidFill>
              <a:srgbClr val="0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4114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95959"/>
                </a:solidFill>
              </a:defRPr>
            </a:pPr>
            <a:r>
              <a:t>RFP MC-2026-0417 | April 27, 2026</a:t>
            </a:r>
            <a:br/>
            <a:br/>
            <a:r>
              <a:t>Prepared by: Accenture Modernization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Three-Week Engagement Scope: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Eliminate Reports module defects (8+ documented issues)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Establish enterprise-grade automated test framework (Cypress, CI/CD)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Deliver Restocking recommendations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Complete architecture documentation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Investment: $78,000 fixed-fee | Timeline: May 1–31, 2026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Expected ROI: Unblocks IT approval, accelerates procurement cycles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ACCENTURE'S 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Shipping Operations Dashboard (2024)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Vue 3 + FastAPI migration | 80% reduction in deployment anxiety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Inventory Forecasting System (2023)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Industrial distributor (similar scale) | 35% forecasting accuracy improvement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Multi-Warehouse Reporting (2023)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Internationalization (EN/FR/ES) | Zero change management incidents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E2E Test Framework Standup (2025)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Fintech platform | 65% reduction in production incidents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PHASE 1: UNBLOCK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Week 1 Objective: Remove IT barriers through automated test infrastructure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Rationale: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IT team requirement: test coverage is non-negotiable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Manual testing creates deployment risk and approval bottlenecks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Establishing Cypress + CI/CD enables confident iteration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Deliverables: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Cypress test framework with TypeScript configuration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8+ regression tests for documented Reports defects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Automated test reporting dashboard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All defects fixed with passing tests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REPORTS MODULE: 8+ KNOWN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1. Filter Behavior — Date range filters not persisting across navigation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2. Category Filter — Some product categories missing from dropdown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3. Warehouse Filter — London warehouse data sometimes missing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4. Internationalization — Japanese labels incomplete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5. Data Aggregation — Spending summary calculations inconsistent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6. Export Function — CSV export missing columns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7. Loading State — UI not displaying while data loads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8. Pagination — Page navigation broken on large datasets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Approach: Reproduce → Fix → Automated test passes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TEST FRAMEWORK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Cypress + CI/CD Pipeline: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Developer commits → GitHub Actions → Cypress suite (40+ tests) →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Tests pass? Merge approved | Tests fail? Block merge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Coverage Breakdown: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Inventory Search + Filter (8 tests) — CRITICAL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Spending Trend Analysis (6 tests) — CRITICAL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Reports Generation (8 tests) — CRITICAL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Restocking Recommendations (8 tests) — HIGH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Order Management (4 tests) — HIGH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Mobile + Accessibility (8 tests) — MEDIUM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PHASE 2: RESTOCKING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Week 2 Objective: Deliver operational value through data-driven procurement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Business Driver: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R. Tanaka's team spends 2–3 hours weekly on manual calculations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Algorithmic engine eliminates errors, reduces decision cycle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Provides quantified risk assessment per recommendation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Current Inventory + Demand Forecast + Budget Ceiling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       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Recommendation Algorithm → Ranked PO Suggestions → One-Click Creation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RESTOCKING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Input Variables: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Current stock level (per warehouse, per SKU)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90-day demand forecast (historical orders + backlog)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Operator-specified budget ceiling ($50,000/week)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Calculation Engine: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Reorder point = (avg daily demand × lead time) + safety stock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Recommended qty = constrained by budget ceiling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Risk level = HIGH/MEDIUM/LOW based on days to stockout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Output Ranking: Sort by risk level → estimated cost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RESTOCKING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New Restocking.vue Component Features: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Warehouse selector for multi-location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Budget ceiling slider with real-time calculation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Sortable recommendation table (risk, cost, demand)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One-click purchase order creation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Mobile-friendly for warehouse floor use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Responsive design (iOS/Android tested)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Key Benefit: Operators trust the algorithm; no second-guessing required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User Validation: Co-design with R. Tanaka, Phase 2 Day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API DESIGN &amp;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Endpoint: GET /api/recommendations?warehouse=SF&amp;budget_usd=50000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Response Schema: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SKU, current stock, forecast demand, recommended qty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Unit cost, estimated total cost, risk level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Days to stockout, rationale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API Design Principles: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Stateless (enables scaling)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Idempotent (safe to retry)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Comprehensive response (no follow-up calls)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Error handling with descriptive messages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PHASE 3: ARCHITECTURE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Week 3 Objective: Hand off fully documented, maintainable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Architecture Overview (4–5 pages)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Component hierarchy, data flow, API route catalog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Maintenance Manual (10+ pages)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Adding filters, extending Reports, dependency upgrades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Operations Runbook (5–6 pages)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Startup/shutdown, error solutions, logging configuration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Technology Roadmap (3–4 pages)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Technical debt assessment, improvement recommendations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OPTIONAL ENHANCEMENTS (IF TIME PERMITS)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D2: Internationalization Extensions (2 days)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Extend Japanese localization to Restocking view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Tokyo warehouse staff no longer English-only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D1: UI Modernization (3 days)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Refresh color palette (2026 design standards)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Improve form styling &amp; WCAG 2.1 AA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D3: Dark Mode Support (2 days)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Theme toggle in ProfileMenu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Warehouse floor stations in low-light environments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All enhancements tested and documented at core delivery level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ENGAGEMENT TEAM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Accenture Team (3 weeks):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Lead Engineer (Vue 3/FastAPI expert, 12 yrs) — Technical direction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QA Automation (Cypress specialist, 8 yrs) — Test framework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Junior Developer (Vue/Python fullstack, 4 yrs) — Implementation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Engagement Manager — Daily standups, stakeholder comms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Governance Cadence: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Daily (10 min): Standup (9 AM CT)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Weekly (30 min): Steering call with stakeholders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Phase checkpoints: Formal sign-off gates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Communication: Slack, GitHub, video calls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RISK MITIGATION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Risk #1: Reports defects more complex than documented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→ Day 1 audit; escalate by EOD if scope larger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Risk #2: IT approval delays test framework adoption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→ Pair with IT from Week 1; document rationale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Risk #3: Restocking algorithm doesn't match business logic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→ Co-design with R. Tanaka, Day 1 Phase 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Risk #4: Scope creep (new feature requests)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→ Fixed scope in writing; new requests queued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Contingency Buffer: 10% of budget ($7,830) for clarifications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PRICING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Investment: $78,000 fixed-fee (3-week duration)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Payment Schedule: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33% ($25,740) — May 1 (Engagement start)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33% ($25,740) — End of Week 2 (Restocking complete)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34% ($26,520) — May 31 (Final delivery)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Timeline: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April 28: Clarifying questions deadline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April 29: Optional capabilities presentation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April 30: Contract execution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May 1: Project kickoff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• May 31: Final delivery + handoff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4F81BD"/>
              </a:gs>
            </a:gsLst>
            <a:lin scaled="0" ang="18900000"/>
          </a:gra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SUCCESS CRITERIA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Success Definition (May 31):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All 8 Reports defects fixed, automated tests passing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Cypress suite operational (40+ tests, CI/CD live)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Restocking engine live; R. Tanaka's team validated ≥3 sets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IT team approved test framework for change gate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✓ Architecture documentation complete and handed to 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Next Steps: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1. Review proposal &amp; capabilities presentation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2. Submit clarifying questions by April 28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3. Contract execution (target April 30)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4. Project kickoff (May 1)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5. Final delivery (May 31)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583680"/>
            <a:ext cx="1069848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