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ACCENTURE CAPABILITIES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Meridian Components Inventory Management System Modernization</a:t>
            </a:r>
            <a:br/>
            <a:r>
              <a:t>RFP MC-2026-0417 | April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Three-Week Engagement Scope: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Eliminate Reports module defects (8+ documented issues)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Establish enterprise-grade automated test framework (Cypress, CI/CD)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Deliver Restocking recommendations engine for data-driven procurement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Complete architecture documentation for IT stewardship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Investment: $78,000 fixed-fee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Timeline: May 1–31, 2026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Expected ROI: Immediate — unblocks IT approval, accelerates procurement cycles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ACCENTURE'S 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Shipping Operations Dashboard (2024)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Vue 3 + FastAPI migration | 80% reduction in deployment anxiety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Inventory Forecasting System (2023)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Industrial distributor (similar scale) | 35% forecasting accuracy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Multi-Warehouse Reporting (2023)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Internationalization (EN/FR/ES) | Zero change management 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E2E Test Framework Standup (2025)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Fintech platform | 65% reduction in production incidents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PHASE 1: UNBLOCK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Week 1 Objective: Remove IT barriers through automated test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Rationale: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IT team has made clear: test coverage is non-negotiable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Manual testing creates deployment risk and change approval bottlenecks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Establishing Cypress + CI/CD in Week 1 enables confident iteration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Deliverables: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Cypress test framework (TypeScript configuration, GitHub Actions)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8+ regression tests for documented Reports defects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Automated test reporting dashboard for IT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All Reports defects fixed and passing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REPORTS MODULE: 8+ KNOWN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1. Filter Behavior — Date range filters not persisting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2. Category Filter — Some product categories missing from dropdown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3. Warehouse Filter — London warehouse data sometimes missing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4. Internationalization — Japanese labels incomplete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5. Data Aggregation — Spending summary calculations inconsistent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6. Export Function — CSV export missing columns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7. Loading State — UI not displaying while data loads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8. Pagination — Page navigation broken on large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Approach: Reproduce each defect → Fix root cause → Automated test passes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TEST FRAMEWORK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Cypress + CI/CD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Developer commits → GitHub Actions triggers Cypress suite →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40+ tests execute → Tests pass? Merge approved | Tests fail? Block merge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Test Coverage (40+ scenarios):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Inventory Search + Filter (8 tests) — CRITICAL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Spending Trend Analysis (6 tests) — CRITICAL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Reports Generation (8 tests) — CRITICAL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Restocking Recommendations (8 tests) — HIGH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Order Management (4 tests) — HIGH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Mobile Responsiveness + Accessibility (8 tests) — MEDIUM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PHASE 2: RESTOCKING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Week 2 Objective: Deliver operational value through data-driven procurement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Business Driver: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R. Tanaka's team spends 2–3 hours weekly on manual reorder calculations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Algorithmic engine eliminates errors, reduces decision cycle from hours to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Provides quantified risk assessment for each recommendation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How It Works: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Current Inventory + Demand Forecast + Budget Ceiling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Recommendation Algorithm → Ranked PO Suggestions with Risk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One-Click Purchase Order Creation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RESTOCKING ALGORITHM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Inputs: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Current stock level (per warehouse, per SKU)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90-day demand forecast (based on historical orders + backlog)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Operator-specified budget ceiling (e.g., $50,000/week)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Lead time assumptions &amp; safety stock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Calculation: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Reorder point = (avg daily demand × lead time) + safety stock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Recommended qty = max(reorder qty, budget remaining / unit cost)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Risk level = HIGH/MEDIUM/LOW based on days to stockout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Output Ranking: Sort by risk level DESC, then by estimated cost DESC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RESTOCKING UI: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New Restocking.vue Component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Warehouse selector (multi-location operations)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Budget ceiling slider (real-time calculation)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Sortable recommendation table (by risk, by cost, by demand)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One-click purchase order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Mobile-friendly for warehouse floor 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Responsive design (iOS/Android tested)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Key Benefit: Users can trust the algorithm; no second-guessing required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User Validation: Co-design with R. Tanaka during Phase 2, Day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API DESIGN: /api/recommendations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Endpoint Specification: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GET /api/recommendations?warehouse=SF&amp;budget_usd=50000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Response includes: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SKU, current stock, forecast demand, recommended qty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Unit cost, estimated total cost, risk level, rationale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Days to stockout, risk justification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API Design Principles: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Stateless (enables scaling)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Idempotent (safe to retry)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Comprehensive response (no follow-up calls needed)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Error handling with descriptive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PHASE 3: ARCHITECTURE &amp;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Week 3 Objective: Hand off fully documented, maintainable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Deliverables: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Architecture Overview (4–5 pages)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Component hierarchy, data flow, API route catalog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Maintenance Manual (10+ pages)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Adding filters, extending Reports, dependency upgrades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Operations Runbook (5–6 pages)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Startup/shutdown, error solutions, logging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Technology Roadmap (3–4 pages)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Technical debt assessment, improvement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OPTIONAL ENHANCEMENTS (IF TIME PERMITS)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D2: Internationalization Extensions (2 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Extend Japanese localization to Restocking 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Tokyo warehouse staff no longer work English-only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D1: UI Modernization (3 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Refresh color palette (2026 design standards)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Improve form styling &amp; WCAG 2.1 AA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D3: Dark Mode Support (2 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Theme toggle in ProfileMenu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Warehouse floor stations in low-light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All enhancements tested and documented at core delivery level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ENGAGEMENT TEAM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Accenture Team (3 weeks):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Lead Engineer (Vue 3/FastAPI expert, 12 yrs) — Technical direction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QA Automation (Cypress specialist, 8 yrs) — Test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Junior Developer (Vue/Python fullstack, 4 yrs) —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Engagement Manager — Daily standups, stakeholder comms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Governance Cadence: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Daily (10 min): Standup with your team (9 AM 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Weekly (30 min): Steering call with J. Okafor + R. Tanaka + IT lead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Phase checkpoints: Formal sign-off gates (end of Weeks 1, 2, 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Communication: Slack, GitHub, video calls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RISK MITIGATION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Risk #1: Reports defects more complex than documented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Day 1 audit; escalate by EOD if scope larger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Risk #2: IT approval delays test framework adoption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Pair with IT from Week 1; document rationale upfront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Risk #3: Restocking algorithm doesn't match business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Co-design with R. Tanaka, Day 1 Phase 2; 1–2 day refinement buffer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Risk #4: Scope creep (new feature requests mid-engagement)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→ Fixed scope in writing; new requests queued for future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Contingency Buffer: 10% of budget ($7,830) for clarifications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PRICING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Investment: $78,000 fixed-fee (3-week duration)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Payment Schedule: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33% ($25,740) upfront (May 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33% ($25,740) end of Week 2 (Restocking complete)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34% ($26,520) final delivery (May 31)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Engagement Timeline: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April 28: Clarifying questions deadline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April 29: Optional capabilities 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April 30: Contract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May 1: Project kickoff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• May 31: Final delivery + handoff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SUCCESS CRITERIA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Success Definition (May 31):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✓ All 8 Reports defects fixed, automated tests passing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✓ Cypress test suite operational (40+ tests, CI/CD live)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✓ Restocking engine live; R. Tanaka's team validated ≥3 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✓ IT team approved test framework for change gate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✓ Architecture documentation complete and handed to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Next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1. Review this proposal &amp; capabilities 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2. Submit clarifying questions by April 28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3. Contract execution (target April 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4. Project kickoff (May 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5. Final delivery (May 31)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